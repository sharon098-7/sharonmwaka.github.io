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5" r:id="rId5"/>
    <p:sldId id="274" r:id="rId6"/>
    <p:sldId id="270" r:id="rId7"/>
    <p:sldId id="271" r:id="rId8"/>
    <p:sldId id="273" r:id="rId9"/>
    <p:sldId id="272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37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CB9DE-6E4B-1740-8AF5-07F13C593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86CBD-1BE8-F244-5DFD-F0A4F1368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0187B-CE82-D45F-8982-64E3F60D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33FA7-6E1C-E08D-05A3-370913A3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D66F-096D-CAC2-C4F0-C23E63B9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0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10AA-A033-27EF-EA4B-D9E5A34D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FEBCD-5582-728C-4F61-32131EC4E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E7AA7-E1FE-8201-C92D-8C199743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5F3B-D607-6DF0-CE63-DF0ACFBB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34D58-68AC-569C-8BCE-DF63D605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4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F7AF-DCC0-1745-6B11-7259A276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75CB0-269F-5433-DC75-37464C20B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5863F-3DD4-670F-009A-BE7EEC2D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1F548-1FC2-DD01-A1E7-FD5EC229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DC12-5289-DC61-7997-5D2D511A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8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92AC-3C64-8F84-3045-AB73FB18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408C5-257E-8822-EC75-629E91B96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9DFA8-F4AB-4AFD-91FC-C7B5DBB85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D4AED-B200-A04C-D74B-33C6B626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3200E-3B55-3988-8E83-5F42B8D5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ADDBC-47F6-8226-3D0C-AC4BF9EA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4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021A-7333-180E-CAA8-54DEFA3F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41BB8-320D-5064-A048-8DC1D4105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47E41-3253-3C41-1791-0049D1A7C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340CB-401D-7D0E-AC78-17598B084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BCF5E-B176-D46A-2881-DE6826438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AE8FE-645C-6074-5BF9-C495B068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1945A-8B5F-62BD-8783-BDD7E4AB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94F36-2AB9-CDCF-B356-5D6E004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5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1790-BF45-78F4-0844-F1B6E64E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4F2E6-38B9-52A1-0BCF-8C5BED47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AC795-3FF0-36CB-DB24-682ED22A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2C58D-3899-DFDA-E167-FC876947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1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55EA7-1671-20D8-08EB-3467217D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8D122-058C-5B92-45F1-5F4A5E28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6D1B3-0784-C3AA-12F4-C02BA827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8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7CAF-96F2-2B42-93A5-951CAA87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EA115-92DD-A96C-AE32-D9EFC3611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C5AB9-F223-AF98-23ED-F41B4A54E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28D66-5AF9-DD3E-C0A6-CB42AEB3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56C52-D94A-165E-2674-04BFAB7A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32ED4-9992-C8B6-9CBF-08236953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1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8AAF-E3E1-F297-9115-C8F86DD3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ED8F3-620D-A408-D4EC-4F41F918F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7F6C3-2CB4-3D17-0709-51B55CA7D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35F64-B97E-3CC3-841B-1CA53709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C5E13-23DF-FBF2-B21F-3FACABBB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9ED76-81B9-0C00-F009-8C1C3D39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8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2FEA-F05C-12AA-034E-E3C68A74B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FC560-FB73-0B35-600F-3F8A44860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318BB-30EE-32FF-63B7-6A607795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D02A-BB41-E3EA-50EF-FA7315D9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2ED44-B550-93FA-CDFA-7D19C25C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7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F99E9-8D2D-384A-1DE3-3C5DD2497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50394-FD6C-0D51-375C-DD9928F95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06144-85D9-29FF-D73E-53B9F7F7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F458C-4DA1-6292-C843-A0AA7AE5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7CC0-1A68-A6DB-0816-7D83211D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8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F38EC-6D2E-7C80-A88A-299B5682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D1F89-7A54-6C9A-F07E-0E284E826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CF95-D864-F756-6693-45E82CF9B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34B01-253E-486C-9250-19A4B7BA57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5A633-4F4B-518C-DE60-76912C7F1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48F6-EC2C-91C8-0830-8FBE76D84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CA0DD-0136-4286-B563-E32C436F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4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A5823-DF72-BDE2-3B72-7BF15FED2F65}"/>
              </a:ext>
            </a:extLst>
          </p:cNvPr>
          <p:cNvSpPr txBox="1"/>
          <p:nvPr/>
        </p:nvSpPr>
        <p:spPr>
          <a:xfrm>
            <a:off x="0" y="0"/>
            <a:ext cx="12192000" cy="742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30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My Autobiography: A Journey of Growth and Resilience</a:t>
            </a:r>
          </a:p>
          <a:p>
            <a:pPr algn="ctr">
              <a:lnSpc>
                <a:spcPct val="30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Sharon Mwaka</a:t>
            </a:r>
          </a:p>
          <a:p>
            <a:pPr algn="ctr">
              <a:lnSpc>
                <a:spcPct val="30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Business Information Technology</a:t>
            </a:r>
          </a:p>
          <a:p>
            <a:pPr algn="ctr">
              <a:lnSpc>
                <a:spcPct val="30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:C027-01-1034/2022</a:t>
            </a:r>
          </a:p>
          <a:p>
            <a:pPr algn="ctr">
              <a:lnSpc>
                <a:spcPct val="300000"/>
              </a:lnSpc>
            </a:pPr>
            <a:r>
              <a:rPr lang="en-US" b="1" dirty="0">
                <a:solidFill>
                  <a:schemeClr val="bg1"/>
                </a:solidFill>
              </a:rPr>
              <a:t>Date: </a:t>
            </a:r>
            <a:r>
              <a:rPr lang="en-US" dirty="0">
                <a:solidFill>
                  <a:schemeClr val="bg1"/>
                </a:solidFill>
              </a:rPr>
              <a:t>29-1-2026</a:t>
            </a:r>
          </a:p>
          <a:p>
            <a:pPr algn="ctr">
              <a:lnSpc>
                <a:spcPct val="3000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30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30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76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AE435-3268-6807-60EF-AA698F87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A738E-1A76-FA6C-E968-DC40DA99B49C}"/>
              </a:ext>
            </a:extLst>
          </p:cNvPr>
          <p:cNvSpPr txBox="1"/>
          <p:nvPr/>
        </p:nvSpPr>
        <p:spPr>
          <a:xfrm>
            <a:off x="0" y="0"/>
            <a:ext cx="12192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u="sng" dirty="0">
                <a:solidFill>
                  <a:schemeClr val="bg1"/>
                </a:solidFill>
              </a:rPr>
              <a:t>INTRODUCTION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Life is shaped by unique experiences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Stories reflect growth and transformation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Identity is built through challenges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Purpose comes from lived experiences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Autobiography captures personal evolution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Knowledge drives meaningful change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empowers communities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0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D5A95-DCCB-CB7B-8DC2-0401DE58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B76C2E-94BC-8E7D-FAFE-84726224AD2F}"/>
              </a:ext>
            </a:extLst>
          </p:cNvPr>
          <p:cNvSpPr txBox="1"/>
          <p:nvPr/>
        </p:nvSpPr>
        <p:spPr>
          <a:xfrm>
            <a:off x="0" y="0"/>
            <a:ext cx="12082272" cy="742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ABOUT ME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My name is Sharon Mwaka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Born and raised in Meru County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Mutunyi</a:t>
            </a:r>
            <a:r>
              <a:rPr lang="en-US" dirty="0">
                <a:solidFill>
                  <a:schemeClr val="bg1"/>
                </a:solidFill>
              </a:rPr>
              <a:t> town, Kenya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Raised with strong community values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Culture shaped my identity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Responsibility learned from childhood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Belonging inspired my ambitions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29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DFE5E-4C29-C906-8922-7E8E123E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447A60-C161-FC15-186B-4E0849CA128C}"/>
              </a:ext>
            </a:extLst>
          </p:cNvPr>
          <p:cNvSpPr txBox="1"/>
          <p:nvPr/>
        </p:nvSpPr>
        <p:spPr>
          <a:xfrm>
            <a:off x="0" y="0"/>
            <a:ext cx="12192000" cy="742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VALUES AND UPBRINGING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Discipline guided my growth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Honesty shaped my character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Respect strengthened relationships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Perseverance built resilience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Community was always central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Impact matters more than success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Service defines true achievement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20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07927-E007-B3BB-5BB6-51CC1394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C1DFC-A467-9C74-6ACD-F6F5CF09B767}"/>
              </a:ext>
            </a:extLst>
          </p:cNvPr>
          <p:cNvSpPr txBox="1"/>
          <p:nvPr/>
        </p:nvSpPr>
        <p:spPr>
          <a:xfrm>
            <a:off x="0" y="0"/>
            <a:ext cx="12192000" cy="751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u="sng" dirty="0">
                <a:solidFill>
                  <a:schemeClr val="bg1"/>
                </a:solidFill>
              </a:rPr>
              <a:t>PURPOSE OF THIS AUTOBIOGRAPHY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Reflect my life journey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personal growth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Share lessons learned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Inspire others positively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Highlight resilience and ambition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Promote education and innovation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Encourage purpose-driven living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F1C3D-81A5-998D-E698-B2975B69E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9F85E-0BDA-D050-FB1A-EB8FF611C733}"/>
              </a:ext>
            </a:extLst>
          </p:cNvPr>
          <p:cNvSpPr txBox="1"/>
          <p:nvPr/>
        </p:nvSpPr>
        <p:spPr>
          <a:xfrm>
            <a:off x="0" y="0"/>
            <a:ext cx="12192000" cy="751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dirty="0">
                <a:solidFill>
                  <a:schemeClr val="bg1"/>
                </a:solidFill>
              </a:rPr>
              <a:t> TECHNOLOGY AND IDENTITY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Curiosity shaped my future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became my passion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Innovation defines my identity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Digital tools solve problems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Knowledge bridges societal gaps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Skills empower communities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drives transformation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18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07A43-937E-28BE-0F01-1E74A23C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A2BC7B-6534-79F1-E8DC-732580105474}"/>
              </a:ext>
            </a:extLst>
          </p:cNvPr>
          <p:cNvSpPr txBox="1"/>
          <p:nvPr/>
        </p:nvSpPr>
        <p:spPr>
          <a:xfrm>
            <a:off x="0" y="0"/>
            <a:ext cx="12192000" cy="751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dirty="0">
                <a:solidFill>
                  <a:schemeClr val="bg1"/>
                </a:solidFill>
              </a:rPr>
              <a:t>EDUCATION AS A PATHWAY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Education shaped my dreams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Learning opened opportunities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BBIT united business and technology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improves efficiency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Business enables solutions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Education creates impact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Knowledge builds confidence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8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B6907-5BD6-90B3-076B-DF872BAB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5EA89-49C7-A95A-0B2D-CD5A993996BD}"/>
              </a:ext>
            </a:extLst>
          </p:cNvPr>
          <p:cNvSpPr txBox="1"/>
          <p:nvPr/>
        </p:nvSpPr>
        <p:spPr>
          <a:xfrm>
            <a:off x="0" y="0"/>
            <a:ext cx="12192000" cy="751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dirty="0">
                <a:solidFill>
                  <a:schemeClr val="bg1"/>
                </a:solidFill>
              </a:rPr>
              <a:t>CHALLENGES AND RESILIENCE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Faced financial difficulties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Limited access to technology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Academic pressure tested strength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Self-doubt challenged confidence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Resilience became my strength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Patience built character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Persistence led to growth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47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DD378-480D-A6F7-9952-0B16DE87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2E3DD-7AB5-7960-74CF-74C46BB8BEE9}"/>
              </a:ext>
            </a:extLst>
          </p:cNvPr>
          <p:cNvSpPr txBox="1"/>
          <p:nvPr/>
        </p:nvSpPr>
        <p:spPr>
          <a:xfrm>
            <a:off x="0" y="0"/>
            <a:ext cx="12192000" cy="751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dirty="0">
                <a:solidFill>
                  <a:schemeClr val="bg1"/>
                </a:solidFill>
              </a:rPr>
              <a:t>SOCIAL IMPACT PROJECTS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ZuruSmart</a:t>
            </a:r>
            <a:r>
              <a:rPr lang="en-US" dirty="0">
                <a:solidFill>
                  <a:schemeClr val="bg1"/>
                </a:solidFill>
              </a:rPr>
              <a:t> inspired innovation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NRT attachment built experience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supports conservation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Digital tools empower communities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Sustainability drives my vision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Social good motivates me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creates opportunity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91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E51BA-EC07-1464-1B30-BF36684A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F50CA2-13A0-79A3-6A3F-C64FD53C43F5}"/>
              </a:ext>
            </a:extLst>
          </p:cNvPr>
          <p:cNvSpPr txBox="1"/>
          <p:nvPr/>
        </p:nvSpPr>
        <p:spPr>
          <a:xfrm>
            <a:off x="0" y="0"/>
            <a:ext cx="12192000" cy="668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dirty="0">
                <a:solidFill>
                  <a:schemeClr val="bg1"/>
                </a:solidFill>
              </a:rPr>
              <a:t>WOMEN IN TECHNOLOGY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is male dominated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Courage breaks barriers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Determination challenges stereotypes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Confidence builds leadership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Women belong in technology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Focus drives success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Passion defeats limitations</a:t>
            </a:r>
          </a:p>
        </p:txBody>
      </p:sp>
    </p:spTree>
    <p:extLst>
      <p:ext uri="{BB962C8B-B14F-4D97-AF65-F5344CB8AC3E}">
        <p14:creationId xmlns:p14="http://schemas.microsoft.com/office/powerpoint/2010/main" val="4026852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7C725-D1A6-0545-0AFB-41EB20DD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A6F385-D59B-F723-9ABB-94BF201EAFBB}"/>
              </a:ext>
            </a:extLst>
          </p:cNvPr>
          <p:cNvSpPr txBox="1"/>
          <p:nvPr/>
        </p:nvSpPr>
        <p:spPr>
          <a:xfrm>
            <a:off x="0" y="0"/>
            <a:ext cx="12192000" cy="668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000" u="sng" dirty="0">
                <a:solidFill>
                  <a:schemeClr val="bg1"/>
                </a:solidFill>
              </a:rPr>
              <a:t>CONCLUSION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My journey is ongoing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Growth defines my story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Purpose guides my path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Education fuels ambition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empowers change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Community remains central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Dreams inspire action</a:t>
            </a:r>
          </a:p>
        </p:txBody>
      </p:sp>
    </p:spTree>
    <p:extLst>
      <p:ext uri="{BB962C8B-B14F-4D97-AF65-F5344CB8AC3E}">
        <p14:creationId xmlns:p14="http://schemas.microsoft.com/office/powerpoint/2010/main" val="50401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317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Mwaka</dc:creator>
  <cp:lastModifiedBy>Sharon Mwaka</cp:lastModifiedBy>
  <cp:revision>2</cp:revision>
  <dcterms:created xsi:type="dcterms:W3CDTF">2025-12-17T18:53:54Z</dcterms:created>
  <dcterms:modified xsi:type="dcterms:W3CDTF">2026-01-29T18:21:57Z</dcterms:modified>
</cp:coreProperties>
</file>